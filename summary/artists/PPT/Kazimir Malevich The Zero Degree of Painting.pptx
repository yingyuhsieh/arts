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b50d67e-2428-41a1-85f0-bee73fd61572}" enabled="1" method="Privileged" siteId="{3e04753a-ae5b-42d4-a86d-d6f05460f9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